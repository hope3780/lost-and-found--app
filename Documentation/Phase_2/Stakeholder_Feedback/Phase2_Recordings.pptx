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sound_17914524106850.m4a"/><Relationship Id="rId4" Type="http://schemas.openxmlformats.org/officeDocument/2006/relationships/audio4" Target="../media/sound_17914524106850.m4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r:id="" action="ppaction://media"/>
          </p:cNvPr>
          <p:cNvPicPr>
            <a:picLocks noChangeAspect="true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9799300" y="127000"/>
            <a:ext cx="3949700" cy="114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audio>
              <p:cMediaNode vol="8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